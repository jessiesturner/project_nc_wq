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63" r:id="rId2"/>
    <p:sldId id="262" r:id="rId3"/>
    <p:sldId id="264" r:id="rId4"/>
    <p:sldId id="257" r:id="rId5"/>
    <p:sldId id="256" r:id="rId6"/>
    <p:sldId id="261" r:id="rId7"/>
    <p:sldId id="260" r:id="rId8"/>
    <p:sldId id="259" r:id="rId9"/>
    <p:sldId id="25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3630"/>
  </p:normalViewPr>
  <p:slideViewPr>
    <p:cSldViewPr snapToGrid="0">
      <p:cViewPr varScale="1">
        <p:scale>
          <a:sx n="104" d="100"/>
          <a:sy n="104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227A8-6523-4A43-8B77-25BB733C96E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B6426-8633-694F-9C05-BCC791DB3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2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enterococcus sampling is so spotty, the lag might be a challenge (but we can try!). It also would be very interesting if some combination of satellite parameters were able to “isolate” the high enterococcus/low salinity sites from those that don’t have the poor-quality water. In this August/September period, the locations just NORTH of the CFR should be fairly protected from the plume.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B6426-8633-694F-9C05-BCC791DB39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03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552D-B0F8-D240-D92C-15F6BC3C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case studies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B6760-DF44-8CC6-3B2F-2437594391F5}"/>
              </a:ext>
            </a:extLst>
          </p:cNvPr>
          <p:cNvSpPr txBox="1"/>
          <p:nvPr/>
        </p:nvSpPr>
        <p:spPr>
          <a:xfrm>
            <a:off x="729049" y="2171305"/>
            <a:ext cx="1062475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candidate time periods where we have measurements (currents, waves, bottom water properties) offshore of Frying Pan Shoals and the NCDEQ dataset: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August/September, 2025: Our student, Arden, sees Brunswick county beaches (south of the Cape Fear) light up with low salinity and high enterococcus. There was a lot of rain at that time last year.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May/June, 2024: Arden sees a smaller signal at both New Hanover county and Brunswick county beaches, so perhaps the plume was more offshore.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Perhaps start with August/September 2025.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76628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036B-D6FB-86B8-1CA6-C9610AFF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moving forward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68B622-3AEA-0791-0E78-C346C69265C9}"/>
              </a:ext>
            </a:extLst>
          </p:cNvPr>
          <p:cNvSpPr txBox="1"/>
          <p:nvPr/>
        </p:nvSpPr>
        <p:spPr>
          <a:xfrm>
            <a:off x="838200" y="1595021"/>
            <a:ext cx="10515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goals of exploratory data analysis might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Characterize the spatial relationship between satellite-derived water quality variables (Chl, Turbidity) and SST versus known high enterococcus levels at adjacent, “downstream” and “upstream" DEQ sites (Since we will know something about the currents).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Characterize the temporal relationship and/or quantify lag time (if applicable) between precipitation events vs. high Chl and/or Turbidity vs. high levels of enterococcus.</a:t>
            </a:r>
          </a:p>
          <a:p>
            <a:endParaRPr lang="en-US" sz="2400" dirty="0"/>
          </a:p>
          <a:p>
            <a:r>
              <a:rPr lang="en-US" sz="2400" dirty="0"/>
              <a:t>This could be from Sentinel-3 OLCI satellite data, which has better spatial resolution and does coastal water Chl pretty well. </a:t>
            </a:r>
          </a:p>
          <a:p>
            <a:r>
              <a:rPr lang="en-US" sz="2400" dirty="0"/>
              <a:t>Then, if we find something interesting, look at the phytoplankton community composition and/or plume water “color” from PACE?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0561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A571D-77D1-BAFE-371B-F068C8CE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83F8-979E-7456-4575-D7A13261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 </a:t>
            </a:r>
            <a:r>
              <a:rPr lang="en-US"/>
              <a:t>moving forward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B37C46-20C3-6539-9978-609133AAC563}"/>
              </a:ext>
            </a:extLst>
          </p:cNvPr>
          <p:cNvSpPr txBox="1"/>
          <p:nvPr/>
        </p:nvSpPr>
        <p:spPr>
          <a:xfrm>
            <a:off x="838200" y="1595021"/>
            <a:ext cx="1051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goals of exploratory data analysis might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Characterize the spatial relationship between satellite-derived water quality variables (Chl, Turbidity) and SST versus known high enterococcus levels at adjacent, “downstream” and “upstream" DEQ sites (Since we will know something about the currents).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Characterize the temporal relationship and/or quantify lag time (if applicable) between precipitation events vs. high Chl and/or Turbidity vs. high levels of enterococcus. – MIGHT BE HARD (spotty data).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Could some combination of satellite parameters “isolate” the high enterococcus / low salinity sites from those that don’t have poor WQ. Aug/Sep 2025 north of the Cape Fear River sites are protected.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9450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D2045F-1803-E288-5E64-E970149F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9073"/>
            <a:ext cx="12020534" cy="5801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F37EC1A-41AA-9EE3-1438-33E8F037FB5B}"/>
              </a:ext>
            </a:extLst>
          </p:cNvPr>
          <p:cNvSpPr txBox="1"/>
          <p:nvPr/>
        </p:nvSpPr>
        <p:spPr>
          <a:xfrm>
            <a:off x="4028303" y="223107"/>
            <a:ext cx="4852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Specifically sites SOUTH of the Cape Fear River</a:t>
            </a:r>
          </a:p>
        </p:txBody>
      </p:sp>
    </p:spTree>
    <p:extLst>
      <p:ext uri="{BB962C8B-B14F-4D97-AF65-F5344CB8AC3E}">
        <p14:creationId xmlns:p14="http://schemas.microsoft.com/office/powerpoint/2010/main" val="1233282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B309-C3A2-5161-AEAF-6A302B5C6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074B2-E584-DD32-42C7-D71AEFCF5E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4D99E-A5B6-472E-0530-938761887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751" y="764061"/>
            <a:ext cx="8882449" cy="60910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DB0C97-C4B9-61ED-1AD8-92B03C02436B}"/>
              </a:ext>
            </a:extLst>
          </p:cNvPr>
          <p:cNvSpPr txBox="1"/>
          <p:nvPr/>
        </p:nvSpPr>
        <p:spPr>
          <a:xfrm>
            <a:off x="4361935" y="284205"/>
            <a:ext cx="1775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August 19, 2025</a:t>
            </a:r>
          </a:p>
        </p:txBody>
      </p:sp>
    </p:spTree>
    <p:extLst>
      <p:ext uri="{BB962C8B-B14F-4D97-AF65-F5344CB8AC3E}">
        <p14:creationId xmlns:p14="http://schemas.microsoft.com/office/powerpoint/2010/main" val="1447438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D155FF-BBA0-BCE1-2CA9-06E2EE178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1183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94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61D121-A8AB-2B53-78B5-CE45F9249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1183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42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9D33C6-1EF0-5D3D-6100-63490C9C2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1183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FBEBF2-2A04-280E-080E-D0B457C1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" y="679621"/>
            <a:ext cx="12177583" cy="578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5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466</Words>
  <Application>Microsoft Macintosh PowerPoint</Application>
  <PresentationFormat>Widescreen</PresentationFormat>
  <Paragraphs>23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Possible case studies</vt:lpstr>
      <vt:lpstr>Ideas moving forward</vt:lpstr>
      <vt:lpstr>Ideas moving forward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Jessie Turner</dc:creator>
  <cp:lastModifiedBy>Jessie Turner</cp:lastModifiedBy>
  <cp:revision>4</cp:revision>
  <dcterms:created xsi:type="dcterms:W3CDTF">2026-07-07T17:02:40Z</dcterms:created>
  <dcterms:modified xsi:type="dcterms:W3CDTF">2026-07-07T17:14:35Z</dcterms:modified>
</cp:coreProperties>
</file>